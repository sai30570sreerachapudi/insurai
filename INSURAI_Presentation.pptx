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5130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7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85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1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7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2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5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1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91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5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7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22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20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43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1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1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INSURAI – Smart Insurance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Presented By: </a:t>
            </a:r>
            <a:r>
              <a:rPr dirty="0" err="1"/>
              <a:t>Rachapudi</a:t>
            </a:r>
            <a:r>
              <a:rPr dirty="0"/>
              <a:t> Sai Sree</a:t>
            </a:r>
          </a:p>
          <a:p>
            <a:r>
              <a:rPr dirty="0"/>
              <a:t>Technologies: React JS, Spring Boot, MySQL</a:t>
            </a:r>
          </a:p>
          <a:p>
            <a:r>
              <a:rPr dirty="0"/>
              <a:t>Internship Project — 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INSURAI is a full‑stack insurance platform that simplifies interaction between customers, agents, and admins. Provides policy management, appointments, receipts, multi‑language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Manual policy management</a:t>
            </a:r>
          </a:p>
          <a:p>
            <a:r>
              <a:t>- No unified platform</a:t>
            </a:r>
          </a:p>
          <a:p>
            <a:r>
              <a:t>- Agent verification is inefficient</a:t>
            </a:r>
          </a:p>
          <a:p>
            <a:r>
              <a:t>- No receipt authenticity check</a:t>
            </a:r>
          </a:p>
          <a:p>
            <a:r>
              <a:t>- Lack of multilingual UI &amp; dark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Centralized insurance system</a:t>
            </a:r>
          </a:p>
          <a:p>
            <a:r>
              <a:rPr dirty="0"/>
              <a:t>- Policy browsing &amp; purchase</a:t>
            </a:r>
          </a:p>
          <a:p>
            <a:r>
              <a:rPr dirty="0"/>
              <a:t>- Appointment scheduling</a:t>
            </a:r>
          </a:p>
          <a:p>
            <a:r>
              <a:rPr dirty="0"/>
              <a:t>- Admin control panel</a:t>
            </a:r>
          </a:p>
          <a:p>
            <a:r>
              <a:rPr dirty="0"/>
              <a:t>- Multilingual UI (EN, HI, TE, TA)</a:t>
            </a:r>
          </a:p>
          <a:p>
            <a:r>
              <a:rPr dirty="0"/>
              <a:t>- Dark mode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Frontend: React JS</a:t>
            </a:r>
          </a:p>
          <a:p>
            <a:r>
              <a:rPr dirty="0"/>
              <a:t>Backend: Spring Boot</a:t>
            </a:r>
          </a:p>
          <a:p>
            <a:r>
              <a:rPr dirty="0"/>
              <a:t>Database: MySQL</a:t>
            </a:r>
          </a:p>
          <a:p>
            <a:r>
              <a:rPr dirty="0"/>
              <a:t>Security: JWT Authentication</a:t>
            </a:r>
          </a:p>
          <a:p>
            <a:r>
              <a:rPr dirty="0"/>
              <a:t>Email OTP</a:t>
            </a:r>
          </a:p>
          <a:p>
            <a:r>
              <a:rPr dirty="0"/>
              <a:t>PDF Generator</a:t>
            </a:r>
          </a:p>
          <a:p>
            <a:r>
              <a:rPr dirty="0"/>
              <a:t>i18next Multilingual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- JWT Authentication</a:t>
            </a:r>
          </a:p>
          <a:p>
            <a:r>
              <a:rPr dirty="0"/>
              <a:t>- Customer Dashboard</a:t>
            </a:r>
          </a:p>
          <a:p>
            <a:r>
              <a:rPr dirty="0"/>
              <a:t>- Agent Dashboard</a:t>
            </a:r>
          </a:p>
          <a:p>
            <a:r>
              <a:rPr dirty="0"/>
              <a:t>- Admin Panel</a:t>
            </a:r>
          </a:p>
          <a:p>
            <a:r>
              <a:rPr dirty="0"/>
              <a:t>- Policy CRUD</a:t>
            </a:r>
          </a:p>
          <a:p>
            <a:r>
              <a:rPr dirty="0"/>
              <a:t>- PDF Receipts </a:t>
            </a:r>
          </a:p>
          <a:p>
            <a:r>
              <a:rPr dirty="0"/>
              <a:t>- Appointment Booking</a:t>
            </a:r>
          </a:p>
          <a:p>
            <a:r>
              <a:rPr dirty="0"/>
              <a:t>- Multi‑Language Support</a:t>
            </a:r>
          </a:p>
          <a:p>
            <a:r>
              <a:rPr dirty="0"/>
              <a:t>- Dark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Register as Customer/Agent</a:t>
            </a:r>
          </a:p>
          <a:p>
            <a:r>
              <a:t>- Agent document upload</a:t>
            </a:r>
          </a:p>
          <a:p>
            <a:r>
              <a:t>- JWT login</a:t>
            </a:r>
          </a:p>
          <a:p>
            <a:r>
              <a:t>- Protected routes</a:t>
            </a:r>
          </a:p>
          <a:p>
            <a:r>
              <a:t>- Password reset via OTP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Browse policies</a:t>
            </a:r>
          </a:p>
          <a:p>
            <a:r>
              <a:rPr dirty="0"/>
              <a:t>- Buy policy</a:t>
            </a:r>
          </a:p>
          <a:p>
            <a:r>
              <a:rPr dirty="0"/>
              <a:t>- Download receipt (PDF)</a:t>
            </a:r>
          </a:p>
          <a:p>
            <a:r>
              <a:rPr dirty="0"/>
              <a:t>- Cancel policy</a:t>
            </a:r>
          </a:p>
          <a:p>
            <a:r>
              <a:rPr dirty="0"/>
              <a:t>- Book appointment</a:t>
            </a:r>
          </a:p>
          <a:p>
            <a:r>
              <a:rPr dirty="0"/>
              <a:t>- Dashboard stats, suggestions, tips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Purchase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Select policy</a:t>
            </a:r>
          </a:p>
          <a:p>
            <a:r>
              <a:t>2. Summary</a:t>
            </a:r>
          </a:p>
          <a:p>
            <a:r>
              <a:t>3. Nominee details</a:t>
            </a:r>
          </a:p>
          <a:p>
            <a:r>
              <a:t>4. Payment</a:t>
            </a:r>
          </a:p>
          <a:p>
            <a:r>
              <a:t>5. PDF receipt generated</a:t>
            </a:r>
          </a:p>
          <a:p>
            <a:r>
              <a:t>6. QR verification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Receipts &amp; QR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Receipt includes policy + customer details</a:t>
            </a:r>
          </a:p>
          <a:p>
            <a:r>
              <a:rPr dirty="0"/>
              <a:t>QR code leads to verification page</a:t>
            </a:r>
          </a:p>
          <a:p>
            <a:r>
              <a:rPr dirty="0"/>
              <a:t>Ensures authenticity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Appointment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Customer:</a:t>
            </a:r>
          </a:p>
          <a:p>
            <a:r>
              <a:rPr dirty="0"/>
              <a:t>- Book appointment</a:t>
            </a:r>
          </a:p>
          <a:p>
            <a:r>
              <a:rPr dirty="0"/>
              <a:t>Agent:</a:t>
            </a:r>
          </a:p>
          <a:p>
            <a:r>
              <a:rPr dirty="0"/>
              <a:t>- View assigned appointments</a:t>
            </a:r>
          </a:p>
          <a:p>
            <a:r>
              <a:rPr dirty="0"/>
              <a:t>- Update status</a:t>
            </a:r>
          </a:p>
          <a:p>
            <a:r>
              <a:rPr dirty="0"/>
              <a:t>Status: Accepted, Completed, Cancelled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appointments</a:t>
            </a:r>
          </a:p>
          <a:p>
            <a:r>
              <a:t>- Completed</a:t>
            </a:r>
          </a:p>
          <a:p>
            <a:r>
              <a:t>- Pending</a:t>
            </a:r>
          </a:p>
          <a:p>
            <a:r>
              <a:t>- Cancelled</a:t>
            </a:r>
          </a:p>
          <a:p>
            <a:r>
              <a:t>- Weekly activity chart</a:t>
            </a:r>
          </a:p>
          <a:p>
            <a:r>
              <a:t>- Appointment type statistics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Approve/reject agents</a:t>
            </a:r>
          </a:p>
          <a:p>
            <a:r>
              <a:t>- Manage policies (CRUD)</a:t>
            </a:r>
          </a:p>
          <a:p>
            <a:r>
              <a:t>- View users</a:t>
            </a:r>
          </a:p>
          <a:p>
            <a:r>
              <a:t>- Dashboard statistics</a:t>
            </a:r>
          </a:p>
          <a:p>
            <a:r>
              <a:t>- Recent policies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Multi‑Language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Languages:</a:t>
            </a:r>
          </a:p>
          <a:p>
            <a:r>
              <a:t>- English</a:t>
            </a:r>
          </a:p>
          <a:p>
            <a:r>
              <a:t>- Hindi</a:t>
            </a:r>
          </a:p>
          <a:p>
            <a:r>
              <a:t>- Telugu</a:t>
            </a:r>
          </a:p>
          <a:p>
            <a:r>
              <a:t>- Tamil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Dark Mode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Toggle switch</a:t>
            </a:r>
          </a:p>
          <a:p>
            <a:r>
              <a:t>- Applies global dark theme</a:t>
            </a:r>
          </a:p>
          <a:p>
            <a:r>
              <a:t>- Saves preference automatically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Users, Policies, Purchases, Appointments</a:t>
            </a:r>
          </a:p>
          <a:p>
            <a:r>
              <a:t>Relations:</a:t>
            </a:r>
          </a:p>
          <a:p>
            <a:r>
              <a:t>User ↔ Purchases</a:t>
            </a:r>
          </a:p>
          <a:p>
            <a:r>
              <a:t>User ↔ Appointments</a:t>
            </a:r>
          </a:p>
          <a:p>
            <a:r>
              <a:t>Policy ↔ Purchases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Multiform handling</a:t>
            </a:r>
          </a:p>
          <a:p>
            <a:r>
              <a:rPr dirty="0"/>
              <a:t>- i18next JSON errors</a:t>
            </a:r>
          </a:p>
          <a:p>
            <a:r>
              <a:rPr dirty="0"/>
              <a:t>- Dark mode conflicts</a:t>
            </a:r>
          </a:p>
          <a:p>
            <a:r>
              <a:rPr dirty="0"/>
              <a:t>- </a:t>
            </a:r>
            <a:r>
              <a:rPr lang="en-IN" dirty="0"/>
              <a:t>PDF Generation</a:t>
            </a:r>
            <a:endParaRPr dirty="0"/>
          </a:p>
          <a:p>
            <a:r>
              <a:rPr dirty="0"/>
              <a:t>- Role-based routing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INSURAI is a complete insurance automation system.</a:t>
            </a:r>
          </a:p>
          <a:p>
            <a:r>
              <a:t>Secure, scalable, multilingual, modern UI.</a:t>
            </a:r>
          </a:p>
          <a:p>
            <a:r>
              <a:t>Fully functional workflows for all roles.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</TotalTime>
  <Words>433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Corbel</vt:lpstr>
      <vt:lpstr>Parallax</vt:lpstr>
      <vt:lpstr>INSURAI – Smart Insurance Management System</vt:lpstr>
      <vt:lpstr>Introduction</vt:lpstr>
      <vt:lpstr>Problem Statement</vt:lpstr>
      <vt:lpstr>Objectives</vt:lpstr>
      <vt:lpstr>System Architecture</vt:lpstr>
      <vt:lpstr>Core Features Implemented</vt:lpstr>
      <vt:lpstr>Authentication Module</vt:lpstr>
      <vt:lpstr>Customer Module</vt:lpstr>
      <vt:lpstr>Policy Purchase Flow</vt:lpstr>
      <vt:lpstr>Receipts &amp; QR Verification</vt:lpstr>
      <vt:lpstr>Appointment Module</vt:lpstr>
      <vt:lpstr>Agent Dashboard</vt:lpstr>
      <vt:lpstr>Admin Module</vt:lpstr>
      <vt:lpstr>Multi‑Language Support</vt:lpstr>
      <vt:lpstr>Dark Mode Feature</vt:lpstr>
      <vt:lpstr>Database Design</vt:lpstr>
      <vt:lpstr>Challenges Faced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madhavi latha</cp:lastModifiedBy>
  <cp:revision>2</cp:revision>
  <dcterms:created xsi:type="dcterms:W3CDTF">2013-01-27T09:14:16Z</dcterms:created>
  <dcterms:modified xsi:type="dcterms:W3CDTF">2025-12-07T07:56:46Z</dcterms:modified>
  <cp:category/>
</cp:coreProperties>
</file>