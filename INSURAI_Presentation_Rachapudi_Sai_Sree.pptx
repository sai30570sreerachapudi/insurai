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6" r:id="rId8"/>
    <p:sldId id="277" r:id="rId9"/>
    <p:sldId id="274" r:id="rId10"/>
    <p:sldId id="27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60"/>
  </p:normalViewPr>
  <p:slideViewPr>
    <p:cSldViewPr snapToGrid="0" snapToObjects="1">
      <p:cViewPr>
        <p:scale>
          <a:sx n="66" d="100"/>
          <a:sy n="66" d="100"/>
        </p:scale>
        <p:origin x="1891" y="3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251306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571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785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218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173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180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125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252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013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16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8915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750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970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4222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1201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7431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815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210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6" r:id="rId1"/>
    <p:sldLayoutId id="2147483907" r:id="rId2"/>
    <p:sldLayoutId id="2147483908" r:id="rId3"/>
    <p:sldLayoutId id="2147483909" r:id="rId4"/>
    <p:sldLayoutId id="2147483910" r:id="rId5"/>
    <p:sldLayoutId id="2147483911" r:id="rId6"/>
    <p:sldLayoutId id="2147483912" r:id="rId7"/>
    <p:sldLayoutId id="2147483913" r:id="rId8"/>
    <p:sldLayoutId id="2147483914" r:id="rId9"/>
    <p:sldLayoutId id="2147483915" r:id="rId10"/>
    <p:sldLayoutId id="2147483916" r:id="rId11"/>
    <p:sldLayoutId id="2147483917" r:id="rId12"/>
    <p:sldLayoutId id="2147483918" r:id="rId13"/>
    <p:sldLayoutId id="2147483919" r:id="rId14"/>
    <p:sldLayoutId id="2147483920" r:id="rId15"/>
    <p:sldLayoutId id="2147483921" r:id="rId16"/>
    <p:sldLayoutId id="2147483922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INSURAI – Smart Insurance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Presented By: </a:t>
            </a:r>
            <a:r>
              <a:rPr dirty="0" err="1"/>
              <a:t>Rachapudi</a:t>
            </a:r>
            <a:r>
              <a:rPr dirty="0"/>
              <a:t> Sai Sree</a:t>
            </a:r>
          </a:p>
          <a:p>
            <a:r>
              <a:rPr dirty="0"/>
              <a:t>Technologies: React JS, Spring Boot, MySQL</a:t>
            </a:r>
          </a:p>
          <a:p>
            <a:r>
              <a:rPr dirty="0"/>
              <a:t>Internship Project — Infosys Springboard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INSURAI is a full‑stack insurance platform that simplifies interaction between customers, agents, and admins. Provides policy management, appointments, receipts, multi‑language support.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Manual policy management</a:t>
            </a:r>
          </a:p>
          <a:p>
            <a:r>
              <a:rPr dirty="0"/>
              <a:t>- No unified platform</a:t>
            </a:r>
          </a:p>
          <a:p>
            <a:r>
              <a:rPr dirty="0"/>
              <a:t>- Agent verification is inefficient</a:t>
            </a:r>
          </a:p>
          <a:p>
            <a:r>
              <a:rPr dirty="0"/>
              <a:t>- No receipt authenticity check</a:t>
            </a:r>
          </a:p>
          <a:p>
            <a:r>
              <a:rPr dirty="0"/>
              <a:t>- Lack of multilingual UI &amp; dark mode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Centralized insurance system</a:t>
            </a:r>
          </a:p>
          <a:p>
            <a:r>
              <a:rPr dirty="0"/>
              <a:t>- Policy browsing &amp; purchase</a:t>
            </a:r>
          </a:p>
          <a:p>
            <a:r>
              <a:rPr dirty="0"/>
              <a:t>- Appointment scheduling</a:t>
            </a:r>
          </a:p>
          <a:p>
            <a:r>
              <a:rPr dirty="0"/>
              <a:t>- Admin control panel</a:t>
            </a:r>
          </a:p>
          <a:p>
            <a:r>
              <a:rPr dirty="0"/>
              <a:t>- Multilingual UI (EN, HI, TE, TA)</a:t>
            </a:r>
          </a:p>
          <a:p>
            <a:r>
              <a:rPr dirty="0"/>
              <a:t>- Dark mode 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Frontend: React JS</a:t>
            </a:r>
          </a:p>
          <a:p>
            <a:r>
              <a:rPr dirty="0"/>
              <a:t>Backend: Spring Boot</a:t>
            </a:r>
          </a:p>
          <a:p>
            <a:r>
              <a:rPr dirty="0"/>
              <a:t>Database: MySQL</a:t>
            </a:r>
          </a:p>
          <a:p>
            <a:r>
              <a:rPr dirty="0"/>
              <a:t>Security: JWT Authentication</a:t>
            </a:r>
          </a:p>
          <a:p>
            <a:r>
              <a:rPr dirty="0"/>
              <a:t>Email OTP</a:t>
            </a:r>
          </a:p>
          <a:p>
            <a:r>
              <a:rPr dirty="0"/>
              <a:t>PDF Generator</a:t>
            </a:r>
          </a:p>
          <a:p>
            <a:r>
              <a:rPr dirty="0"/>
              <a:t>i18next Multilingual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- JWT Authentication</a:t>
            </a:r>
          </a:p>
          <a:p>
            <a:r>
              <a:rPr dirty="0"/>
              <a:t>- Customer Dashboard</a:t>
            </a:r>
          </a:p>
          <a:p>
            <a:r>
              <a:rPr dirty="0"/>
              <a:t>- Agent Dashboard</a:t>
            </a:r>
          </a:p>
          <a:p>
            <a:r>
              <a:rPr dirty="0"/>
              <a:t>- Admin Panel</a:t>
            </a:r>
          </a:p>
          <a:p>
            <a:r>
              <a:rPr dirty="0"/>
              <a:t>- Policy CRUD</a:t>
            </a:r>
          </a:p>
          <a:p>
            <a:r>
              <a:rPr dirty="0"/>
              <a:t>- PDF Receipts </a:t>
            </a:r>
          </a:p>
          <a:p>
            <a:r>
              <a:rPr dirty="0"/>
              <a:t>- Appointment Booking</a:t>
            </a:r>
          </a:p>
          <a:p>
            <a:r>
              <a:rPr dirty="0"/>
              <a:t>- Multi‑Language Support</a:t>
            </a:r>
          </a:p>
          <a:p>
            <a:r>
              <a:rPr dirty="0"/>
              <a:t>- Dark Mode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4A67B98-4A40-6705-F779-6E39B929E4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8410" y="-1023991"/>
            <a:ext cx="6197855" cy="7881991"/>
          </a:xfrm>
        </p:spPr>
      </p:pic>
    </p:spTree>
    <p:extLst>
      <p:ext uri="{BB962C8B-B14F-4D97-AF65-F5344CB8AC3E}">
        <p14:creationId xmlns:p14="http://schemas.microsoft.com/office/powerpoint/2010/main" val="2428171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0FF53-CDC4-8BD3-DC9D-9A4F36E75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SCOPE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B5296C-694D-41C4-8BA5-A70A23427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1898248"/>
            <a:ext cx="7704667" cy="410156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 Integration with Real Payment Gateways</a:t>
            </a:r>
          </a:p>
          <a:p>
            <a:pPr marL="0" indent="0">
              <a:buNone/>
            </a:pPr>
            <a:r>
              <a:rPr lang="en-US" dirty="0"/>
              <a:t> AI-Based Policy Recommendation System</a:t>
            </a:r>
          </a:p>
          <a:p>
            <a:pPr marL="0" indent="0">
              <a:buNone/>
            </a:pPr>
            <a:r>
              <a:rPr lang="en-IN" dirty="0"/>
              <a:t> Smart Claim Processing System</a:t>
            </a:r>
          </a:p>
          <a:p>
            <a:pPr marL="0" indent="0">
              <a:buNone/>
            </a:pPr>
            <a:r>
              <a:rPr lang="en-US" dirty="0"/>
              <a:t> Real-Time Chat Bot for Customer Support</a:t>
            </a:r>
          </a:p>
          <a:p>
            <a:pPr marL="0" indent="0">
              <a:buNone/>
            </a:pPr>
            <a:r>
              <a:rPr lang="en-IN" dirty="0"/>
              <a:t> Real-Time Notification System</a:t>
            </a:r>
          </a:p>
          <a:p>
            <a:pPr marL="0" indent="0">
              <a:buNone/>
            </a:pPr>
            <a:r>
              <a:rPr lang="en-US" dirty="0"/>
              <a:t> Multi-Language Expansion Using AI Translation</a:t>
            </a:r>
          </a:p>
          <a:p>
            <a:pPr marL="0" indent="0">
              <a:buNone/>
            </a:pPr>
            <a:r>
              <a:rPr lang="en-IN" dirty="0"/>
              <a:t>Agent Performance Analytics &amp; Commission System</a:t>
            </a:r>
          </a:p>
          <a:p>
            <a:pPr marL="0" indent="0">
              <a:buNone/>
            </a:pPr>
            <a:r>
              <a:rPr lang="en-IN" dirty="0"/>
              <a:t>Mobile App Version (Android + iOS)</a:t>
            </a:r>
            <a:endParaRPr lang="en-US" dirty="0"/>
          </a:p>
          <a:p>
            <a:pPr marL="0" indent="0">
              <a:buNone/>
            </a:pPr>
            <a:r>
              <a:rPr lang="en-IN" dirty="0"/>
              <a:t>Policy Comparison Tool</a:t>
            </a:r>
          </a:p>
          <a:p>
            <a:pPr marL="0" indent="0">
              <a:buNone/>
            </a:pPr>
            <a:r>
              <a:rPr lang="en-IN" dirty="0"/>
              <a:t>Cloud Deployment and CI/CD Pipelines</a:t>
            </a:r>
          </a:p>
        </p:txBody>
      </p:sp>
    </p:spTree>
    <p:extLst>
      <p:ext uri="{BB962C8B-B14F-4D97-AF65-F5344CB8AC3E}">
        <p14:creationId xmlns:p14="http://schemas.microsoft.com/office/powerpoint/2010/main" val="3610829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INSURAI is a complete insurance automation system.</a:t>
            </a:r>
          </a:p>
          <a:p>
            <a:r>
              <a:t>Secure, scalable, multilingual, modern UI.</a:t>
            </a:r>
          </a:p>
          <a:p>
            <a:r>
              <a:t>Fully functional workflows for all roles.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57</TotalTime>
  <Words>262</Words>
  <Application>Microsoft Office PowerPoint</Application>
  <PresentationFormat>On-screen Show (4:3)</PresentationFormat>
  <Paragraphs>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Corbel</vt:lpstr>
      <vt:lpstr>Parallax</vt:lpstr>
      <vt:lpstr>INSURAI – Smart Insurance Management System</vt:lpstr>
      <vt:lpstr>Introduction</vt:lpstr>
      <vt:lpstr>Problem Statement</vt:lpstr>
      <vt:lpstr>Objectives</vt:lpstr>
      <vt:lpstr>System Architecture</vt:lpstr>
      <vt:lpstr>Core Features Implemented</vt:lpstr>
      <vt:lpstr>PowerPoint Presentation</vt:lpstr>
      <vt:lpstr>FUTURE SCOPE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madhavi latha</cp:lastModifiedBy>
  <cp:revision>4</cp:revision>
  <dcterms:created xsi:type="dcterms:W3CDTF">2013-01-27T09:14:16Z</dcterms:created>
  <dcterms:modified xsi:type="dcterms:W3CDTF">2025-12-09T13:52:53Z</dcterms:modified>
  <cp:category/>
</cp:coreProperties>
</file>